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FaceRoll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366F1"/>
                </a:solidFill>
              </a:defRPr>
            </a:pPr>
            <a:r>
              <a:t>Smart AI-Powered Attendance System with Facial Recognition</a:t>
            </a:r>
          </a:p>
          <a:p/>
          <a:p>
            <a:r>
              <a:t>Presented By: Konduru Divya</a:t>
            </a:r>
          </a:p>
          <a:p>
            <a:r>
              <a:t>6th Semester, BCA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Introduction /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• A modern solution to automate student attendance using Artificial Intelligence.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Uses high-accuracy face recognition and liveness detection (blink detection) to prevent proxies.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Provides real-time analytics and detailed reporting for teachers and students.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• Eliminates manual paper-based logs, saving time and increasing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Teacher Module: Student registration, attendance marking, and analytics dashboards.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Student Self-Service Portal: Personalized performance tracking and history view.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Leave Management System: Digital workflow for leave requests and approvals.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AI Engine: Real-time face detection, descriptor matching, and blink detection.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Reporting System: Automated logs with GPS tags and voice announcements.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Frontend: React.js &amp; Vite for a fast, responsive user interface.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Styling: Vanilla CSS with Modern Glassmorphism aesthetic.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AI Engine: face-api.js (TensorFlow.js) for browser-side recognition.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Backend: LocalStorage for secure, offline-capable data persistence.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Deployment: GitHub (Version Control) &amp; Vercel (Cloud Hosting).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3600" b="1">
                <a:solidFill>
                  <a:srgbClr val="10B981"/>
                </a:solidFill>
              </a:defRPr>
            </a:pPr>
            <a:r>
              <a:t>Functionality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1. Registration: Teacher registers student faces to the database.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2. AI Scanning: System scans room; matches faces and validates liveness.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3. Geo-Tagging: Captures GPS location and plays voice announcement.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4. Data Processing: Attendance logs are updated instantly on dashboards.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5. Leave Interaction: Two-way communication between students and teachers.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10B981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Questions? </a:t>
            </a:r>
          </a:p>
          <a:p/>
          <a:p>
            <a:r>
              <a:t>Konduru Divya | 6th Sem BCA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